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1" r:id="rId4"/>
    <p:sldId id="257" r:id="rId5"/>
    <p:sldId id="258" r:id="rId6"/>
    <p:sldId id="260" r:id="rId7"/>
  </p:sldIdLst>
  <p:sldSz cx="504031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F00"/>
    <a:srgbClr val="FFFF00"/>
    <a:srgbClr val="00FF00"/>
    <a:srgbClr val="007FFF"/>
    <a:srgbClr val="4B0082"/>
    <a:srgbClr val="940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0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824885"/>
            <a:ext cx="4284266" cy="1754776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2647331"/>
            <a:ext cx="3780235" cy="1216909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6567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5411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256579"/>
            <a:ext cx="4347270" cy="2096630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3373044"/>
            <a:ext cx="4347270" cy="110256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82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82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59286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1341750"/>
            <a:ext cx="2142133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1341750"/>
            <a:ext cx="2142133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45505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268351"/>
            <a:ext cx="4347270" cy="9742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235577"/>
            <a:ext cx="2132288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1841114"/>
            <a:ext cx="2132288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235577"/>
            <a:ext cx="2142790" cy="605537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1841114"/>
            <a:ext cx="2142790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1189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3057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19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725713"/>
            <a:ext cx="2551658" cy="358188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1483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336021"/>
            <a:ext cx="1625632" cy="1176073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725713"/>
            <a:ext cx="2551658" cy="358188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1512094"/>
            <a:ext cx="1625632" cy="2801341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6746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511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268350"/>
            <a:ext cx="1086817" cy="42714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268350"/>
            <a:ext cx="3197449" cy="4271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2621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268351"/>
            <a:ext cx="434727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1341750"/>
            <a:ext cx="434727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38B02-C313-4C9C-91AF-A21554CE4C1C}" type="datetimeFigureOut">
              <a:rPr lang="en-NZ" smtClean="0"/>
              <a:t>23/07/2026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4671625"/>
            <a:ext cx="1701106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4671625"/>
            <a:ext cx="113407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78C32-46A3-42FB-90FA-DA8C1FA6597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511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423242-D805-E826-E745-AEB8636C424B}"/>
              </a:ext>
            </a:extLst>
          </p:cNvPr>
          <p:cNvSpPr/>
          <p:nvPr/>
        </p:nvSpPr>
        <p:spPr>
          <a:xfrm>
            <a:off x="1255117" y="1255117"/>
            <a:ext cx="2530078" cy="253007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345070-2E23-DF68-E396-71989B08BB0F}"/>
              </a:ext>
            </a:extLst>
          </p:cNvPr>
          <p:cNvSpPr/>
          <p:nvPr/>
        </p:nvSpPr>
        <p:spPr>
          <a:xfrm>
            <a:off x="1309581" y="1399587"/>
            <a:ext cx="2423400" cy="2241139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4D81678-950D-20B8-DDD8-78B0827C9FC5}"/>
              </a:ext>
            </a:extLst>
          </p:cNvPr>
          <p:cNvSpPr/>
          <p:nvPr/>
        </p:nvSpPr>
        <p:spPr>
          <a:xfrm>
            <a:off x="1397336" y="1399587"/>
            <a:ext cx="2234389" cy="1876616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FB18047-9597-87B1-73E3-22505E053600}"/>
              </a:ext>
            </a:extLst>
          </p:cNvPr>
          <p:cNvSpPr/>
          <p:nvPr/>
        </p:nvSpPr>
        <p:spPr>
          <a:xfrm>
            <a:off x="1498593" y="1399587"/>
            <a:ext cx="2031876" cy="1510824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F3638B-F852-5E7E-AB2C-D526926156C8}"/>
              </a:ext>
            </a:extLst>
          </p:cNvPr>
          <p:cNvSpPr/>
          <p:nvPr/>
        </p:nvSpPr>
        <p:spPr>
          <a:xfrm>
            <a:off x="1647102" y="1399586"/>
            <a:ext cx="1761860" cy="1145032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BC23014-68C3-0E1A-CCE4-B20FBA7FAE03}"/>
              </a:ext>
            </a:extLst>
          </p:cNvPr>
          <p:cNvSpPr/>
          <p:nvPr/>
        </p:nvSpPr>
        <p:spPr>
          <a:xfrm>
            <a:off x="2011625" y="1399586"/>
            <a:ext cx="1026064" cy="413447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2D421C7-F45F-B30A-4F5E-17664E0FCA89}"/>
              </a:ext>
            </a:extLst>
          </p:cNvPr>
          <p:cNvSpPr/>
          <p:nvPr/>
        </p:nvSpPr>
        <p:spPr>
          <a:xfrm>
            <a:off x="1397336" y="1764109"/>
            <a:ext cx="2234389" cy="1876616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5D8263-A32D-2FC9-FBFE-AB8459A18FB2}"/>
              </a:ext>
            </a:extLst>
          </p:cNvPr>
          <p:cNvSpPr/>
          <p:nvPr/>
        </p:nvSpPr>
        <p:spPr>
          <a:xfrm>
            <a:off x="1508719" y="2129902"/>
            <a:ext cx="2031876" cy="1510824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FCA17D-7E00-909C-30F2-475DB05BB528}"/>
              </a:ext>
            </a:extLst>
          </p:cNvPr>
          <p:cNvSpPr/>
          <p:nvPr/>
        </p:nvSpPr>
        <p:spPr>
          <a:xfrm>
            <a:off x="1643727" y="2495695"/>
            <a:ext cx="1761860" cy="1145032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EF99C6-0C91-E867-2C02-991AC4323BFD}"/>
              </a:ext>
            </a:extLst>
          </p:cNvPr>
          <p:cNvSpPr/>
          <p:nvPr/>
        </p:nvSpPr>
        <p:spPr>
          <a:xfrm>
            <a:off x="1825387" y="2861487"/>
            <a:ext cx="1437839" cy="779239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2B3A2D-28A2-A64C-BAD7-F5FDA5C17DBE}"/>
              </a:ext>
            </a:extLst>
          </p:cNvPr>
          <p:cNvSpPr/>
          <p:nvPr/>
        </p:nvSpPr>
        <p:spPr>
          <a:xfrm>
            <a:off x="2015000" y="3220094"/>
            <a:ext cx="1026064" cy="413447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07A7CC6-5939-5819-FCCA-4F1AA097BF39}"/>
              </a:ext>
            </a:extLst>
          </p:cNvPr>
          <p:cNvSpPr/>
          <p:nvPr/>
        </p:nvSpPr>
        <p:spPr>
          <a:xfrm>
            <a:off x="1802362" y="1399586"/>
            <a:ext cx="1437839" cy="779239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53BCD9-E848-5845-4D2D-B73268784A4F}"/>
              </a:ext>
            </a:extLst>
          </p:cNvPr>
          <p:cNvSpPr/>
          <p:nvPr/>
        </p:nvSpPr>
        <p:spPr>
          <a:xfrm>
            <a:off x="2119030" y="1319425"/>
            <a:ext cx="850553" cy="206195"/>
          </a:xfrm>
          <a:prstGeom prst="ellipse">
            <a:avLst/>
          </a:prstGeom>
          <a:solidFill>
            <a:srgbClr val="9400D3"/>
          </a:solidFill>
          <a:ln>
            <a:solidFill>
              <a:srgbClr val="9400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56D099-280B-D455-1CE9-7D097C3038EF}"/>
              </a:ext>
            </a:extLst>
          </p:cNvPr>
          <p:cNvSpPr/>
          <p:nvPr/>
        </p:nvSpPr>
        <p:spPr>
          <a:xfrm>
            <a:off x="2119030" y="1685218"/>
            <a:ext cx="850553" cy="206195"/>
          </a:xfrm>
          <a:prstGeom prst="ellipse">
            <a:avLst/>
          </a:prstGeom>
          <a:solidFill>
            <a:srgbClr val="4B0082"/>
          </a:solidFill>
          <a:ln>
            <a:solidFill>
              <a:srgbClr val="4B0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4B4C83-A2D9-0984-77E4-B9F276E6F850}"/>
              </a:ext>
            </a:extLst>
          </p:cNvPr>
          <p:cNvSpPr/>
          <p:nvPr/>
        </p:nvSpPr>
        <p:spPr>
          <a:xfrm>
            <a:off x="2119030" y="2051010"/>
            <a:ext cx="850553" cy="206195"/>
          </a:xfrm>
          <a:prstGeom prst="ellipse">
            <a:avLst/>
          </a:prstGeom>
          <a:solidFill>
            <a:srgbClr val="007FFF"/>
          </a:solidFill>
          <a:ln>
            <a:solidFill>
              <a:srgbClr val="007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FB29224-80DF-26B3-AAAB-FB9B0F4A59A0}"/>
              </a:ext>
            </a:extLst>
          </p:cNvPr>
          <p:cNvSpPr/>
          <p:nvPr/>
        </p:nvSpPr>
        <p:spPr>
          <a:xfrm>
            <a:off x="2119030" y="2416803"/>
            <a:ext cx="850553" cy="206195"/>
          </a:xfrm>
          <a:prstGeom prst="ellips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5157933-B7CB-953F-E4CD-E88565500D73}"/>
              </a:ext>
            </a:extLst>
          </p:cNvPr>
          <p:cNvSpPr/>
          <p:nvPr/>
        </p:nvSpPr>
        <p:spPr>
          <a:xfrm>
            <a:off x="2119030" y="2782596"/>
            <a:ext cx="850553" cy="20619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2F12D8-1483-6B0D-BB2F-DB8541005A87}"/>
              </a:ext>
            </a:extLst>
          </p:cNvPr>
          <p:cNvSpPr/>
          <p:nvPr/>
        </p:nvSpPr>
        <p:spPr>
          <a:xfrm>
            <a:off x="2119030" y="3148388"/>
            <a:ext cx="850553" cy="206195"/>
          </a:xfrm>
          <a:prstGeom prst="ellipse">
            <a:avLst/>
          </a:prstGeom>
          <a:solidFill>
            <a:srgbClr val="FF7F00"/>
          </a:solidFill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79C9B3-C747-965A-814F-97429AB727BE}"/>
              </a:ext>
            </a:extLst>
          </p:cNvPr>
          <p:cNvSpPr/>
          <p:nvPr/>
        </p:nvSpPr>
        <p:spPr>
          <a:xfrm>
            <a:off x="2119030" y="3514181"/>
            <a:ext cx="850553" cy="20619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</p:spTree>
    <p:extLst>
      <p:ext uri="{BB962C8B-B14F-4D97-AF65-F5344CB8AC3E}">
        <p14:creationId xmlns:p14="http://schemas.microsoft.com/office/powerpoint/2010/main" val="343063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52DE-B2E5-129B-CF20-44B15AD1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FD2F668-ACAD-2ADC-3F35-E4A61B812209}"/>
              </a:ext>
            </a:extLst>
          </p:cNvPr>
          <p:cNvSpPr/>
          <p:nvPr/>
        </p:nvSpPr>
        <p:spPr>
          <a:xfrm>
            <a:off x="1309581" y="1399587"/>
            <a:ext cx="2423400" cy="2241139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E0557B-E0C6-194D-82FE-EBD6D4AE4E5B}"/>
              </a:ext>
            </a:extLst>
          </p:cNvPr>
          <p:cNvSpPr/>
          <p:nvPr/>
        </p:nvSpPr>
        <p:spPr>
          <a:xfrm>
            <a:off x="1397336" y="1399587"/>
            <a:ext cx="2234389" cy="1876616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43D947-DF0B-5751-B628-380445FF48A5}"/>
              </a:ext>
            </a:extLst>
          </p:cNvPr>
          <p:cNvSpPr/>
          <p:nvPr/>
        </p:nvSpPr>
        <p:spPr>
          <a:xfrm>
            <a:off x="1498593" y="1399587"/>
            <a:ext cx="2031876" cy="1510824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200D65-9175-435B-726E-7506C08F639D}"/>
              </a:ext>
            </a:extLst>
          </p:cNvPr>
          <p:cNvSpPr/>
          <p:nvPr/>
        </p:nvSpPr>
        <p:spPr>
          <a:xfrm>
            <a:off x="1647102" y="1399586"/>
            <a:ext cx="1761860" cy="1145032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BD37B25-0EBA-A7F2-B586-FDE720043967}"/>
              </a:ext>
            </a:extLst>
          </p:cNvPr>
          <p:cNvSpPr/>
          <p:nvPr/>
        </p:nvSpPr>
        <p:spPr>
          <a:xfrm>
            <a:off x="2011625" y="1399586"/>
            <a:ext cx="1026064" cy="413447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9FF6F3-5945-9739-9650-5D9B7D61E2F7}"/>
              </a:ext>
            </a:extLst>
          </p:cNvPr>
          <p:cNvSpPr/>
          <p:nvPr/>
        </p:nvSpPr>
        <p:spPr>
          <a:xfrm>
            <a:off x="1397336" y="1764109"/>
            <a:ext cx="2234389" cy="1876616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77D8CB-2C81-C82A-3E7C-85CF7E1AB1A6}"/>
              </a:ext>
            </a:extLst>
          </p:cNvPr>
          <p:cNvSpPr/>
          <p:nvPr/>
        </p:nvSpPr>
        <p:spPr>
          <a:xfrm>
            <a:off x="1508719" y="2129902"/>
            <a:ext cx="2031876" cy="1510824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D64428-21BA-E841-95CA-7EFAC4CB37C4}"/>
              </a:ext>
            </a:extLst>
          </p:cNvPr>
          <p:cNvSpPr/>
          <p:nvPr/>
        </p:nvSpPr>
        <p:spPr>
          <a:xfrm>
            <a:off x="1643727" y="2495695"/>
            <a:ext cx="1761860" cy="1145032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497583-B6C6-A53B-8BAB-A3CD3DB87593}"/>
              </a:ext>
            </a:extLst>
          </p:cNvPr>
          <p:cNvSpPr/>
          <p:nvPr/>
        </p:nvSpPr>
        <p:spPr>
          <a:xfrm>
            <a:off x="1825387" y="2861487"/>
            <a:ext cx="1437839" cy="779239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C93864-2DB8-8F53-E667-932434F49121}"/>
              </a:ext>
            </a:extLst>
          </p:cNvPr>
          <p:cNvSpPr/>
          <p:nvPr/>
        </p:nvSpPr>
        <p:spPr>
          <a:xfrm>
            <a:off x="2015000" y="3220094"/>
            <a:ext cx="1026064" cy="413447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10F8EE-367F-B03A-F11D-59F81C055BE3}"/>
              </a:ext>
            </a:extLst>
          </p:cNvPr>
          <p:cNvSpPr/>
          <p:nvPr/>
        </p:nvSpPr>
        <p:spPr>
          <a:xfrm>
            <a:off x="1802362" y="1399586"/>
            <a:ext cx="1437839" cy="779239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E970C0-DB51-3CB6-25DF-D6EF8CE31097}"/>
              </a:ext>
            </a:extLst>
          </p:cNvPr>
          <p:cNvSpPr/>
          <p:nvPr/>
        </p:nvSpPr>
        <p:spPr>
          <a:xfrm>
            <a:off x="2119030" y="1319425"/>
            <a:ext cx="850553" cy="206195"/>
          </a:xfrm>
          <a:prstGeom prst="ellipse">
            <a:avLst/>
          </a:prstGeom>
          <a:solidFill>
            <a:srgbClr val="9400D3"/>
          </a:solidFill>
          <a:ln>
            <a:solidFill>
              <a:srgbClr val="9400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4185EC-B5BD-D24C-EFB6-9D0F28F6043D}"/>
              </a:ext>
            </a:extLst>
          </p:cNvPr>
          <p:cNvSpPr/>
          <p:nvPr/>
        </p:nvSpPr>
        <p:spPr>
          <a:xfrm>
            <a:off x="2119030" y="1685218"/>
            <a:ext cx="850553" cy="206195"/>
          </a:xfrm>
          <a:prstGeom prst="ellipse">
            <a:avLst/>
          </a:prstGeom>
          <a:solidFill>
            <a:srgbClr val="4B0082"/>
          </a:solidFill>
          <a:ln>
            <a:solidFill>
              <a:srgbClr val="4B0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9C7A3C-1760-D1E2-7B44-F4C19177ABE1}"/>
              </a:ext>
            </a:extLst>
          </p:cNvPr>
          <p:cNvSpPr/>
          <p:nvPr/>
        </p:nvSpPr>
        <p:spPr>
          <a:xfrm>
            <a:off x="2119030" y="2051010"/>
            <a:ext cx="850553" cy="206195"/>
          </a:xfrm>
          <a:prstGeom prst="ellipse">
            <a:avLst/>
          </a:prstGeom>
          <a:solidFill>
            <a:srgbClr val="007FFF"/>
          </a:solidFill>
          <a:ln>
            <a:solidFill>
              <a:srgbClr val="007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260678-138F-8AC7-7B76-AB373FDF2732}"/>
              </a:ext>
            </a:extLst>
          </p:cNvPr>
          <p:cNvSpPr/>
          <p:nvPr/>
        </p:nvSpPr>
        <p:spPr>
          <a:xfrm>
            <a:off x="2119030" y="2416803"/>
            <a:ext cx="850553" cy="206195"/>
          </a:xfrm>
          <a:prstGeom prst="ellips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38B578-AACF-54FF-4E78-77064551A79F}"/>
              </a:ext>
            </a:extLst>
          </p:cNvPr>
          <p:cNvSpPr/>
          <p:nvPr/>
        </p:nvSpPr>
        <p:spPr>
          <a:xfrm>
            <a:off x="2119030" y="2782596"/>
            <a:ext cx="850553" cy="20619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0AD667-3F7B-7BB6-3080-D410FC85232B}"/>
              </a:ext>
            </a:extLst>
          </p:cNvPr>
          <p:cNvSpPr/>
          <p:nvPr/>
        </p:nvSpPr>
        <p:spPr>
          <a:xfrm>
            <a:off x="2119030" y="3148388"/>
            <a:ext cx="850553" cy="206195"/>
          </a:xfrm>
          <a:prstGeom prst="ellipse">
            <a:avLst/>
          </a:prstGeom>
          <a:solidFill>
            <a:srgbClr val="FF7F00"/>
          </a:solidFill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3564D1C-32EA-AB32-A4CC-24638D1D5F0E}"/>
              </a:ext>
            </a:extLst>
          </p:cNvPr>
          <p:cNvSpPr/>
          <p:nvPr/>
        </p:nvSpPr>
        <p:spPr>
          <a:xfrm>
            <a:off x="2119030" y="3514181"/>
            <a:ext cx="850553" cy="20619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</p:spTree>
    <p:extLst>
      <p:ext uri="{BB962C8B-B14F-4D97-AF65-F5344CB8AC3E}">
        <p14:creationId xmlns:p14="http://schemas.microsoft.com/office/powerpoint/2010/main" val="212591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CF0C-F75B-F2D2-4BE1-834D6A3C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5BED989-674B-67CF-716C-700EFB54EC41}"/>
              </a:ext>
            </a:extLst>
          </p:cNvPr>
          <p:cNvSpPr/>
          <p:nvPr/>
        </p:nvSpPr>
        <p:spPr>
          <a:xfrm>
            <a:off x="1309581" y="1399587"/>
            <a:ext cx="2423400" cy="2241139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E4AD4B-D40D-D511-750C-02580AAE07F9}"/>
              </a:ext>
            </a:extLst>
          </p:cNvPr>
          <p:cNvSpPr/>
          <p:nvPr/>
        </p:nvSpPr>
        <p:spPr>
          <a:xfrm>
            <a:off x="1397336" y="1399587"/>
            <a:ext cx="2234389" cy="1876616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9A629D-3717-2F2B-EC42-A7EFD810A489}"/>
              </a:ext>
            </a:extLst>
          </p:cNvPr>
          <p:cNvSpPr/>
          <p:nvPr/>
        </p:nvSpPr>
        <p:spPr>
          <a:xfrm>
            <a:off x="1498593" y="1399587"/>
            <a:ext cx="2031876" cy="1510824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993308-73C8-8046-8C79-706AF4543427}"/>
              </a:ext>
            </a:extLst>
          </p:cNvPr>
          <p:cNvSpPr/>
          <p:nvPr/>
        </p:nvSpPr>
        <p:spPr>
          <a:xfrm>
            <a:off x="1647102" y="1399586"/>
            <a:ext cx="1761860" cy="1145032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73AECA6-DDD2-ADD5-F399-C0B00B5D5164}"/>
              </a:ext>
            </a:extLst>
          </p:cNvPr>
          <p:cNvSpPr/>
          <p:nvPr/>
        </p:nvSpPr>
        <p:spPr>
          <a:xfrm>
            <a:off x="2011625" y="1399586"/>
            <a:ext cx="1026064" cy="413447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D5446D7-EF4D-92D7-0028-3F67BBF1F651}"/>
              </a:ext>
            </a:extLst>
          </p:cNvPr>
          <p:cNvSpPr/>
          <p:nvPr/>
        </p:nvSpPr>
        <p:spPr>
          <a:xfrm>
            <a:off x="1397336" y="1764109"/>
            <a:ext cx="2234389" cy="1876616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3280B4-C0D7-E3B7-19BE-AF35BFD31A45}"/>
              </a:ext>
            </a:extLst>
          </p:cNvPr>
          <p:cNvSpPr/>
          <p:nvPr/>
        </p:nvSpPr>
        <p:spPr>
          <a:xfrm>
            <a:off x="1508719" y="2129902"/>
            <a:ext cx="2031876" cy="1510824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A8CBEA-30D9-2DB3-70E3-991CF408784E}"/>
              </a:ext>
            </a:extLst>
          </p:cNvPr>
          <p:cNvSpPr/>
          <p:nvPr/>
        </p:nvSpPr>
        <p:spPr>
          <a:xfrm>
            <a:off x="1643727" y="2495695"/>
            <a:ext cx="1761860" cy="1145032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119D7FF-08A9-3D56-62F7-FC88606AD894}"/>
              </a:ext>
            </a:extLst>
          </p:cNvPr>
          <p:cNvSpPr/>
          <p:nvPr/>
        </p:nvSpPr>
        <p:spPr>
          <a:xfrm>
            <a:off x="1825387" y="2861487"/>
            <a:ext cx="1437839" cy="779239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B77F84-C33E-84BB-26D3-7DBAA7F074F3}"/>
              </a:ext>
            </a:extLst>
          </p:cNvPr>
          <p:cNvSpPr/>
          <p:nvPr/>
        </p:nvSpPr>
        <p:spPr>
          <a:xfrm>
            <a:off x="2015000" y="3220094"/>
            <a:ext cx="1026064" cy="413447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6C81EB1-735C-C95C-D7C0-DF0AB2080C31}"/>
              </a:ext>
            </a:extLst>
          </p:cNvPr>
          <p:cNvSpPr/>
          <p:nvPr/>
        </p:nvSpPr>
        <p:spPr>
          <a:xfrm>
            <a:off x="1802362" y="1399586"/>
            <a:ext cx="1437839" cy="779239"/>
          </a:xfrm>
          <a:prstGeom prst="ellipse">
            <a:avLst/>
          </a:prstGeom>
          <a:noFill/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BDD3045-B89A-0018-4B96-12E4A013B615}"/>
              </a:ext>
            </a:extLst>
          </p:cNvPr>
          <p:cNvSpPr/>
          <p:nvPr/>
        </p:nvSpPr>
        <p:spPr>
          <a:xfrm>
            <a:off x="2119030" y="1319425"/>
            <a:ext cx="850553" cy="206195"/>
          </a:xfrm>
          <a:prstGeom prst="ellipse">
            <a:avLst/>
          </a:prstGeom>
          <a:solidFill>
            <a:srgbClr val="9400D3"/>
          </a:solidFill>
          <a:ln>
            <a:solidFill>
              <a:srgbClr val="9400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C8E7B7-3C0C-2067-8C6D-9CF2234B502B}"/>
              </a:ext>
            </a:extLst>
          </p:cNvPr>
          <p:cNvSpPr/>
          <p:nvPr/>
        </p:nvSpPr>
        <p:spPr>
          <a:xfrm>
            <a:off x="2119030" y="1685218"/>
            <a:ext cx="850553" cy="206195"/>
          </a:xfrm>
          <a:prstGeom prst="ellipse">
            <a:avLst/>
          </a:prstGeom>
          <a:solidFill>
            <a:srgbClr val="4B0082"/>
          </a:solidFill>
          <a:ln>
            <a:solidFill>
              <a:srgbClr val="4B0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D3FBFA-E342-8CDF-4265-594CA918169C}"/>
              </a:ext>
            </a:extLst>
          </p:cNvPr>
          <p:cNvSpPr/>
          <p:nvPr/>
        </p:nvSpPr>
        <p:spPr>
          <a:xfrm>
            <a:off x="2119030" y="2051010"/>
            <a:ext cx="850553" cy="206195"/>
          </a:xfrm>
          <a:prstGeom prst="ellipse">
            <a:avLst/>
          </a:prstGeom>
          <a:solidFill>
            <a:srgbClr val="007FFF"/>
          </a:solidFill>
          <a:ln>
            <a:solidFill>
              <a:srgbClr val="007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4B0683-62DF-FA5C-ADC9-C917A19F3B14}"/>
              </a:ext>
            </a:extLst>
          </p:cNvPr>
          <p:cNvSpPr/>
          <p:nvPr/>
        </p:nvSpPr>
        <p:spPr>
          <a:xfrm>
            <a:off x="2119030" y="2416803"/>
            <a:ext cx="850553" cy="206195"/>
          </a:xfrm>
          <a:prstGeom prst="ellips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033AA6-2E0A-27B6-A230-5E61C3111EBD}"/>
              </a:ext>
            </a:extLst>
          </p:cNvPr>
          <p:cNvSpPr/>
          <p:nvPr/>
        </p:nvSpPr>
        <p:spPr>
          <a:xfrm>
            <a:off x="2119030" y="2782596"/>
            <a:ext cx="850553" cy="20619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6A0682-4511-3BF0-8A0F-A35B906FDABF}"/>
              </a:ext>
            </a:extLst>
          </p:cNvPr>
          <p:cNvSpPr/>
          <p:nvPr/>
        </p:nvSpPr>
        <p:spPr>
          <a:xfrm>
            <a:off x="2119030" y="3148388"/>
            <a:ext cx="850553" cy="206195"/>
          </a:xfrm>
          <a:prstGeom prst="ellipse">
            <a:avLst/>
          </a:prstGeom>
          <a:solidFill>
            <a:srgbClr val="FF7F00"/>
          </a:solidFill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E2D92B-17DA-12BD-B0AC-7D3E7D823D3C}"/>
              </a:ext>
            </a:extLst>
          </p:cNvPr>
          <p:cNvSpPr/>
          <p:nvPr/>
        </p:nvSpPr>
        <p:spPr>
          <a:xfrm>
            <a:off x="2119030" y="3514181"/>
            <a:ext cx="850553" cy="20619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</p:spTree>
    <p:extLst>
      <p:ext uri="{BB962C8B-B14F-4D97-AF65-F5344CB8AC3E}">
        <p14:creationId xmlns:p14="http://schemas.microsoft.com/office/powerpoint/2010/main" val="2014914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A96CD-92F4-4D7C-92A5-670D5AB2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2E4471-3ECE-FFB0-35C7-370ABBC9781B}"/>
              </a:ext>
            </a:extLst>
          </p:cNvPr>
          <p:cNvSpPr/>
          <p:nvPr/>
        </p:nvSpPr>
        <p:spPr>
          <a:xfrm>
            <a:off x="1255117" y="1255117"/>
            <a:ext cx="2530078" cy="2530078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D1DC7A-D9D7-1C69-1CD8-2D3498D15397}"/>
              </a:ext>
            </a:extLst>
          </p:cNvPr>
          <p:cNvSpPr/>
          <p:nvPr/>
        </p:nvSpPr>
        <p:spPr>
          <a:xfrm>
            <a:off x="1309581" y="1399587"/>
            <a:ext cx="2423400" cy="2241139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173577-3323-64B6-E578-B5DD01B069DF}"/>
              </a:ext>
            </a:extLst>
          </p:cNvPr>
          <p:cNvSpPr/>
          <p:nvPr/>
        </p:nvSpPr>
        <p:spPr>
          <a:xfrm>
            <a:off x="1397336" y="1399587"/>
            <a:ext cx="2234389" cy="1876616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EF70D0A-62D7-9A06-77F1-D75C01B708FE}"/>
              </a:ext>
            </a:extLst>
          </p:cNvPr>
          <p:cNvSpPr/>
          <p:nvPr/>
        </p:nvSpPr>
        <p:spPr>
          <a:xfrm>
            <a:off x="1498593" y="1399587"/>
            <a:ext cx="2031876" cy="1510824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1746FDC-2E3D-B512-FA26-81EB31512F89}"/>
              </a:ext>
            </a:extLst>
          </p:cNvPr>
          <p:cNvSpPr/>
          <p:nvPr/>
        </p:nvSpPr>
        <p:spPr>
          <a:xfrm>
            <a:off x="1647102" y="1399586"/>
            <a:ext cx="1761860" cy="1145032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CC2AF3D-1BAF-DA40-B2D0-32539B62DEE6}"/>
              </a:ext>
            </a:extLst>
          </p:cNvPr>
          <p:cNvSpPr/>
          <p:nvPr/>
        </p:nvSpPr>
        <p:spPr>
          <a:xfrm>
            <a:off x="2011625" y="1399586"/>
            <a:ext cx="1026064" cy="413447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D2B952-376D-C625-12CF-FC427ECA3DD8}"/>
              </a:ext>
            </a:extLst>
          </p:cNvPr>
          <p:cNvSpPr/>
          <p:nvPr/>
        </p:nvSpPr>
        <p:spPr>
          <a:xfrm>
            <a:off x="1397336" y="1764109"/>
            <a:ext cx="2234389" cy="1876616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91A17D4-ADC2-88B1-74F3-B5FDE557E03F}"/>
              </a:ext>
            </a:extLst>
          </p:cNvPr>
          <p:cNvSpPr/>
          <p:nvPr/>
        </p:nvSpPr>
        <p:spPr>
          <a:xfrm>
            <a:off x="1508719" y="2129902"/>
            <a:ext cx="2031876" cy="1510824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97638E7-A084-4805-DFA9-67E546CF03FC}"/>
              </a:ext>
            </a:extLst>
          </p:cNvPr>
          <p:cNvSpPr/>
          <p:nvPr/>
        </p:nvSpPr>
        <p:spPr>
          <a:xfrm>
            <a:off x="1643727" y="2495695"/>
            <a:ext cx="1761860" cy="1145032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A3ACF35-00D3-B8BD-3A47-83F9CB6D7B1D}"/>
              </a:ext>
            </a:extLst>
          </p:cNvPr>
          <p:cNvSpPr/>
          <p:nvPr/>
        </p:nvSpPr>
        <p:spPr>
          <a:xfrm>
            <a:off x="1825387" y="2861487"/>
            <a:ext cx="1437839" cy="779239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6CA2E2-EDCA-97FE-A73C-18319BDC8D5B}"/>
              </a:ext>
            </a:extLst>
          </p:cNvPr>
          <p:cNvSpPr/>
          <p:nvPr/>
        </p:nvSpPr>
        <p:spPr>
          <a:xfrm>
            <a:off x="2015000" y="3220094"/>
            <a:ext cx="1026064" cy="413447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6C54A49-F86A-C182-D9B0-D120EE2CF335}"/>
              </a:ext>
            </a:extLst>
          </p:cNvPr>
          <p:cNvSpPr/>
          <p:nvPr/>
        </p:nvSpPr>
        <p:spPr>
          <a:xfrm>
            <a:off x="1802362" y="1399586"/>
            <a:ext cx="1437839" cy="779239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E1495B-5487-E79C-D71D-0F72075405FE}"/>
              </a:ext>
            </a:extLst>
          </p:cNvPr>
          <p:cNvSpPr/>
          <p:nvPr/>
        </p:nvSpPr>
        <p:spPr>
          <a:xfrm>
            <a:off x="2119030" y="1319425"/>
            <a:ext cx="850553" cy="206195"/>
          </a:xfrm>
          <a:prstGeom prst="ellipse">
            <a:avLst/>
          </a:prstGeom>
          <a:solidFill>
            <a:srgbClr val="9400D3"/>
          </a:solidFill>
          <a:ln>
            <a:solidFill>
              <a:srgbClr val="9400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2D81C8-6E4A-2E33-E192-39221400957D}"/>
              </a:ext>
            </a:extLst>
          </p:cNvPr>
          <p:cNvSpPr/>
          <p:nvPr/>
        </p:nvSpPr>
        <p:spPr>
          <a:xfrm>
            <a:off x="2119030" y="1685218"/>
            <a:ext cx="850553" cy="206195"/>
          </a:xfrm>
          <a:prstGeom prst="ellipse">
            <a:avLst/>
          </a:prstGeom>
          <a:solidFill>
            <a:srgbClr val="4B0082"/>
          </a:solidFill>
          <a:ln>
            <a:solidFill>
              <a:srgbClr val="4B0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F5429A-74A5-D12A-D53E-8AF70C9F4F68}"/>
              </a:ext>
            </a:extLst>
          </p:cNvPr>
          <p:cNvSpPr/>
          <p:nvPr/>
        </p:nvSpPr>
        <p:spPr>
          <a:xfrm>
            <a:off x="2119030" y="2051010"/>
            <a:ext cx="850553" cy="206195"/>
          </a:xfrm>
          <a:prstGeom prst="ellipse">
            <a:avLst/>
          </a:prstGeom>
          <a:solidFill>
            <a:srgbClr val="007FFF"/>
          </a:solidFill>
          <a:ln>
            <a:solidFill>
              <a:srgbClr val="007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A208F8-12A3-6EE6-4210-AA80C0F4F5BE}"/>
              </a:ext>
            </a:extLst>
          </p:cNvPr>
          <p:cNvSpPr/>
          <p:nvPr/>
        </p:nvSpPr>
        <p:spPr>
          <a:xfrm>
            <a:off x="2119030" y="2416803"/>
            <a:ext cx="850553" cy="206195"/>
          </a:xfrm>
          <a:prstGeom prst="ellips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E19F79-27BF-C10D-49EF-CA7B1756DAA0}"/>
              </a:ext>
            </a:extLst>
          </p:cNvPr>
          <p:cNvSpPr/>
          <p:nvPr/>
        </p:nvSpPr>
        <p:spPr>
          <a:xfrm>
            <a:off x="2119030" y="2782596"/>
            <a:ext cx="850553" cy="20619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14216D-3876-9DB8-1073-A61A2197B03C}"/>
              </a:ext>
            </a:extLst>
          </p:cNvPr>
          <p:cNvSpPr/>
          <p:nvPr/>
        </p:nvSpPr>
        <p:spPr>
          <a:xfrm>
            <a:off x="2119030" y="3148388"/>
            <a:ext cx="850553" cy="206195"/>
          </a:xfrm>
          <a:prstGeom prst="ellipse">
            <a:avLst/>
          </a:prstGeom>
          <a:solidFill>
            <a:srgbClr val="FF7F00"/>
          </a:solidFill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033F41-B20E-D3D5-A964-970044208E6D}"/>
              </a:ext>
            </a:extLst>
          </p:cNvPr>
          <p:cNvSpPr/>
          <p:nvPr/>
        </p:nvSpPr>
        <p:spPr>
          <a:xfrm>
            <a:off x="2119030" y="3514181"/>
            <a:ext cx="850553" cy="20619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</p:spTree>
    <p:extLst>
      <p:ext uri="{BB962C8B-B14F-4D97-AF65-F5344CB8AC3E}">
        <p14:creationId xmlns:p14="http://schemas.microsoft.com/office/powerpoint/2010/main" val="3704799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F49DA-35B3-63D7-2C63-57829886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1E37751-B9E7-0DF6-13E0-B8E48D08AA63}"/>
              </a:ext>
            </a:extLst>
          </p:cNvPr>
          <p:cNvSpPr/>
          <p:nvPr/>
        </p:nvSpPr>
        <p:spPr>
          <a:xfrm>
            <a:off x="1309581" y="1399587"/>
            <a:ext cx="2423400" cy="2241139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B6D407-82BF-9131-DD7A-CA6509156A5B}"/>
              </a:ext>
            </a:extLst>
          </p:cNvPr>
          <p:cNvSpPr/>
          <p:nvPr/>
        </p:nvSpPr>
        <p:spPr>
          <a:xfrm>
            <a:off x="1397336" y="1399587"/>
            <a:ext cx="2234389" cy="1876616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2CB71A-6248-B8A5-1AAE-C7050788D2B6}"/>
              </a:ext>
            </a:extLst>
          </p:cNvPr>
          <p:cNvSpPr/>
          <p:nvPr/>
        </p:nvSpPr>
        <p:spPr>
          <a:xfrm>
            <a:off x="1498593" y="1399587"/>
            <a:ext cx="2031876" cy="1510824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A9BB67-7B20-A10D-978B-899BF7FD56CA}"/>
              </a:ext>
            </a:extLst>
          </p:cNvPr>
          <p:cNvSpPr/>
          <p:nvPr/>
        </p:nvSpPr>
        <p:spPr>
          <a:xfrm>
            <a:off x="1647102" y="1399586"/>
            <a:ext cx="1761860" cy="1145032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E977D5-7221-6749-555B-869295B576AC}"/>
              </a:ext>
            </a:extLst>
          </p:cNvPr>
          <p:cNvSpPr/>
          <p:nvPr/>
        </p:nvSpPr>
        <p:spPr>
          <a:xfrm>
            <a:off x="2011625" y="1399586"/>
            <a:ext cx="1026064" cy="413447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6295253-516F-93CF-59A4-646BCB7A4E81}"/>
              </a:ext>
            </a:extLst>
          </p:cNvPr>
          <p:cNvSpPr/>
          <p:nvPr/>
        </p:nvSpPr>
        <p:spPr>
          <a:xfrm>
            <a:off x="1397336" y="1764109"/>
            <a:ext cx="2234389" cy="1876616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E200CE-B48C-2C6B-45D0-BD054546EF73}"/>
              </a:ext>
            </a:extLst>
          </p:cNvPr>
          <p:cNvSpPr/>
          <p:nvPr/>
        </p:nvSpPr>
        <p:spPr>
          <a:xfrm>
            <a:off x="1508719" y="2129902"/>
            <a:ext cx="2031876" cy="1510824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89E4848-07F3-4FE6-CF8B-FBDE8189CAFF}"/>
              </a:ext>
            </a:extLst>
          </p:cNvPr>
          <p:cNvSpPr/>
          <p:nvPr/>
        </p:nvSpPr>
        <p:spPr>
          <a:xfrm>
            <a:off x="1643727" y="2495695"/>
            <a:ext cx="1761860" cy="1145032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15E582F-EE64-8531-E394-BEB6AD70817E}"/>
              </a:ext>
            </a:extLst>
          </p:cNvPr>
          <p:cNvSpPr/>
          <p:nvPr/>
        </p:nvSpPr>
        <p:spPr>
          <a:xfrm>
            <a:off x="1825387" y="2861487"/>
            <a:ext cx="1437839" cy="779239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5D6BC1-3140-8EBD-5A20-885BEC589DF6}"/>
              </a:ext>
            </a:extLst>
          </p:cNvPr>
          <p:cNvSpPr/>
          <p:nvPr/>
        </p:nvSpPr>
        <p:spPr>
          <a:xfrm>
            <a:off x="2015000" y="3220094"/>
            <a:ext cx="1026064" cy="413447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F2E5F9-8607-E3DB-BCA0-28EAA1C30FAE}"/>
              </a:ext>
            </a:extLst>
          </p:cNvPr>
          <p:cNvSpPr/>
          <p:nvPr/>
        </p:nvSpPr>
        <p:spPr>
          <a:xfrm>
            <a:off x="1802362" y="1399586"/>
            <a:ext cx="1437839" cy="779239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656246-DC76-C863-F30D-CFF611457EDC}"/>
              </a:ext>
            </a:extLst>
          </p:cNvPr>
          <p:cNvSpPr/>
          <p:nvPr/>
        </p:nvSpPr>
        <p:spPr>
          <a:xfrm>
            <a:off x="2119030" y="1319425"/>
            <a:ext cx="850553" cy="206195"/>
          </a:xfrm>
          <a:prstGeom prst="ellipse">
            <a:avLst/>
          </a:prstGeom>
          <a:solidFill>
            <a:srgbClr val="9400D3"/>
          </a:solidFill>
          <a:ln>
            <a:solidFill>
              <a:srgbClr val="9400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FCED6F-2201-5962-A658-47E7155D4880}"/>
              </a:ext>
            </a:extLst>
          </p:cNvPr>
          <p:cNvSpPr/>
          <p:nvPr/>
        </p:nvSpPr>
        <p:spPr>
          <a:xfrm>
            <a:off x="2119030" y="1685218"/>
            <a:ext cx="850553" cy="206195"/>
          </a:xfrm>
          <a:prstGeom prst="ellipse">
            <a:avLst/>
          </a:prstGeom>
          <a:solidFill>
            <a:srgbClr val="4B0082"/>
          </a:solidFill>
          <a:ln>
            <a:solidFill>
              <a:srgbClr val="4B0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FC02BB-D628-8482-066A-98EA7BD17F44}"/>
              </a:ext>
            </a:extLst>
          </p:cNvPr>
          <p:cNvSpPr/>
          <p:nvPr/>
        </p:nvSpPr>
        <p:spPr>
          <a:xfrm>
            <a:off x="2119030" y="2051010"/>
            <a:ext cx="850553" cy="206195"/>
          </a:xfrm>
          <a:prstGeom prst="ellipse">
            <a:avLst/>
          </a:prstGeom>
          <a:solidFill>
            <a:srgbClr val="007FFF"/>
          </a:solidFill>
          <a:ln>
            <a:solidFill>
              <a:srgbClr val="007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76C91F-8A69-C885-5714-C801A6577C79}"/>
              </a:ext>
            </a:extLst>
          </p:cNvPr>
          <p:cNvSpPr/>
          <p:nvPr/>
        </p:nvSpPr>
        <p:spPr>
          <a:xfrm>
            <a:off x="2119030" y="2416803"/>
            <a:ext cx="850553" cy="206195"/>
          </a:xfrm>
          <a:prstGeom prst="ellips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8E0DBC-A282-5664-A3D5-2C7586490923}"/>
              </a:ext>
            </a:extLst>
          </p:cNvPr>
          <p:cNvSpPr/>
          <p:nvPr/>
        </p:nvSpPr>
        <p:spPr>
          <a:xfrm>
            <a:off x="2119030" y="2782596"/>
            <a:ext cx="850553" cy="20619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4B537E-AB2F-28F0-741C-49C7AFDC2B14}"/>
              </a:ext>
            </a:extLst>
          </p:cNvPr>
          <p:cNvSpPr/>
          <p:nvPr/>
        </p:nvSpPr>
        <p:spPr>
          <a:xfrm>
            <a:off x="2119030" y="3148388"/>
            <a:ext cx="850553" cy="206195"/>
          </a:xfrm>
          <a:prstGeom prst="ellipse">
            <a:avLst/>
          </a:prstGeom>
          <a:solidFill>
            <a:srgbClr val="FF7F00"/>
          </a:solidFill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7F31BB-9CDC-0ED2-F0C7-6DAB958BA0A3}"/>
              </a:ext>
            </a:extLst>
          </p:cNvPr>
          <p:cNvSpPr/>
          <p:nvPr/>
        </p:nvSpPr>
        <p:spPr>
          <a:xfrm>
            <a:off x="2119030" y="3514181"/>
            <a:ext cx="850553" cy="20619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</p:spTree>
    <p:extLst>
      <p:ext uri="{BB962C8B-B14F-4D97-AF65-F5344CB8AC3E}">
        <p14:creationId xmlns:p14="http://schemas.microsoft.com/office/powerpoint/2010/main" val="206987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4C637-E4B6-FA0F-1CFB-86C7DA1DF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5C5CF1B-B172-E67E-3198-43721C6B5FFF}"/>
              </a:ext>
            </a:extLst>
          </p:cNvPr>
          <p:cNvSpPr/>
          <p:nvPr/>
        </p:nvSpPr>
        <p:spPr>
          <a:xfrm>
            <a:off x="1309581" y="1399587"/>
            <a:ext cx="2423400" cy="2241139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5D2089-4B58-1679-5A9D-C6DA654B353B}"/>
              </a:ext>
            </a:extLst>
          </p:cNvPr>
          <p:cNvSpPr/>
          <p:nvPr/>
        </p:nvSpPr>
        <p:spPr>
          <a:xfrm>
            <a:off x="1397336" y="1399587"/>
            <a:ext cx="2234389" cy="1876616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1938A4-3AA4-6156-059F-67436750D569}"/>
              </a:ext>
            </a:extLst>
          </p:cNvPr>
          <p:cNvSpPr/>
          <p:nvPr/>
        </p:nvSpPr>
        <p:spPr>
          <a:xfrm>
            <a:off x="1498593" y="1399587"/>
            <a:ext cx="2031876" cy="1510824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E977111-C59B-C9E2-CCA5-AAC0E4636CB3}"/>
              </a:ext>
            </a:extLst>
          </p:cNvPr>
          <p:cNvSpPr/>
          <p:nvPr/>
        </p:nvSpPr>
        <p:spPr>
          <a:xfrm>
            <a:off x="1647102" y="1399586"/>
            <a:ext cx="1761860" cy="1145032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9DE6EB3-42EB-A054-B901-CBA756EF008C}"/>
              </a:ext>
            </a:extLst>
          </p:cNvPr>
          <p:cNvSpPr/>
          <p:nvPr/>
        </p:nvSpPr>
        <p:spPr>
          <a:xfrm>
            <a:off x="2011625" y="1399586"/>
            <a:ext cx="1026064" cy="413447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FFBBA19-A09F-FC42-8206-15B93FE29712}"/>
              </a:ext>
            </a:extLst>
          </p:cNvPr>
          <p:cNvSpPr/>
          <p:nvPr/>
        </p:nvSpPr>
        <p:spPr>
          <a:xfrm>
            <a:off x="1397336" y="1764109"/>
            <a:ext cx="2234389" cy="1876616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D75636-A83E-0113-AA53-61DD2168628B}"/>
              </a:ext>
            </a:extLst>
          </p:cNvPr>
          <p:cNvSpPr/>
          <p:nvPr/>
        </p:nvSpPr>
        <p:spPr>
          <a:xfrm>
            <a:off x="1508719" y="2129902"/>
            <a:ext cx="2031876" cy="1510824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92A249-0B91-8BA2-3156-35A9FE6C2244}"/>
              </a:ext>
            </a:extLst>
          </p:cNvPr>
          <p:cNvSpPr/>
          <p:nvPr/>
        </p:nvSpPr>
        <p:spPr>
          <a:xfrm>
            <a:off x="1643727" y="2495695"/>
            <a:ext cx="1761860" cy="1145032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ACD788A-78C7-A9DD-198F-BFF36CDF7488}"/>
              </a:ext>
            </a:extLst>
          </p:cNvPr>
          <p:cNvSpPr/>
          <p:nvPr/>
        </p:nvSpPr>
        <p:spPr>
          <a:xfrm>
            <a:off x="1825387" y="2861487"/>
            <a:ext cx="1437839" cy="779239"/>
          </a:xfrm>
          <a:prstGeom prst="ellipse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1A0234-B55D-B5B8-A3F1-ADA578F4A109}"/>
              </a:ext>
            </a:extLst>
          </p:cNvPr>
          <p:cNvSpPr/>
          <p:nvPr/>
        </p:nvSpPr>
        <p:spPr>
          <a:xfrm>
            <a:off x="2015000" y="3220094"/>
            <a:ext cx="1026064" cy="413447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A1B2E3-7387-2987-C4EA-20C583134AB7}"/>
              </a:ext>
            </a:extLst>
          </p:cNvPr>
          <p:cNvSpPr/>
          <p:nvPr/>
        </p:nvSpPr>
        <p:spPr>
          <a:xfrm>
            <a:off x="1802362" y="1399586"/>
            <a:ext cx="1437839" cy="779239"/>
          </a:xfrm>
          <a:prstGeom prst="ellipse">
            <a:avLst/>
          </a:prstGeom>
          <a:noFill/>
          <a:ln>
            <a:solidFill>
              <a:schemeClr val="bg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188086-1D28-490E-6FF7-2708B0824CEC}"/>
              </a:ext>
            </a:extLst>
          </p:cNvPr>
          <p:cNvSpPr/>
          <p:nvPr/>
        </p:nvSpPr>
        <p:spPr>
          <a:xfrm>
            <a:off x="2119030" y="1319425"/>
            <a:ext cx="850553" cy="206195"/>
          </a:xfrm>
          <a:prstGeom prst="ellipse">
            <a:avLst/>
          </a:prstGeom>
          <a:solidFill>
            <a:srgbClr val="9400D3"/>
          </a:solidFill>
          <a:ln>
            <a:solidFill>
              <a:srgbClr val="9400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DF9C42-F692-F8E8-4EF4-788B0F8414EC}"/>
              </a:ext>
            </a:extLst>
          </p:cNvPr>
          <p:cNvSpPr/>
          <p:nvPr/>
        </p:nvSpPr>
        <p:spPr>
          <a:xfrm>
            <a:off x="2119030" y="1685218"/>
            <a:ext cx="850553" cy="206195"/>
          </a:xfrm>
          <a:prstGeom prst="ellipse">
            <a:avLst/>
          </a:prstGeom>
          <a:solidFill>
            <a:srgbClr val="4B0082"/>
          </a:solidFill>
          <a:ln>
            <a:solidFill>
              <a:srgbClr val="4B0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C1171C-7626-2B76-3161-F82F56E8493D}"/>
              </a:ext>
            </a:extLst>
          </p:cNvPr>
          <p:cNvSpPr/>
          <p:nvPr/>
        </p:nvSpPr>
        <p:spPr>
          <a:xfrm>
            <a:off x="2119030" y="2051010"/>
            <a:ext cx="850553" cy="206195"/>
          </a:xfrm>
          <a:prstGeom prst="ellipse">
            <a:avLst/>
          </a:prstGeom>
          <a:solidFill>
            <a:srgbClr val="007FFF"/>
          </a:solidFill>
          <a:ln>
            <a:solidFill>
              <a:srgbClr val="007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5BE8A7-8F22-F2A0-8683-6C8150080BE8}"/>
              </a:ext>
            </a:extLst>
          </p:cNvPr>
          <p:cNvSpPr/>
          <p:nvPr/>
        </p:nvSpPr>
        <p:spPr>
          <a:xfrm>
            <a:off x="2119030" y="2416803"/>
            <a:ext cx="850553" cy="206195"/>
          </a:xfrm>
          <a:prstGeom prst="ellips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D44B56-9F62-96B8-E71F-80D5E1837B51}"/>
              </a:ext>
            </a:extLst>
          </p:cNvPr>
          <p:cNvSpPr/>
          <p:nvPr/>
        </p:nvSpPr>
        <p:spPr>
          <a:xfrm>
            <a:off x="2119030" y="2782596"/>
            <a:ext cx="850553" cy="206195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4D73D8-5458-ACE3-7F17-2C9C426BE4A3}"/>
              </a:ext>
            </a:extLst>
          </p:cNvPr>
          <p:cNvSpPr/>
          <p:nvPr/>
        </p:nvSpPr>
        <p:spPr>
          <a:xfrm>
            <a:off x="2119030" y="3148388"/>
            <a:ext cx="850553" cy="206195"/>
          </a:xfrm>
          <a:prstGeom prst="ellipse">
            <a:avLst/>
          </a:prstGeom>
          <a:solidFill>
            <a:srgbClr val="FF7F00"/>
          </a:solidFill>
          <a:ln>
            <a:solidFill>
              <a:srgbClr val="FF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EDFB1F-D938-2062-715C-E578231AC460}"/>
              </a:ext>
            </a:extLst>
          </p:cNvPr>
          <p:cNvSpPr/>
          <p:nvPr/>
        </p:nvSpPr>
        <p:spPr>
          <a:xfrm>
            <a:off x="2119030" y="3514181"/>
            <a:ext cx="850553" cy="20619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506"/>
          </a:p>
        </p:txBody>
      </p:sp>
    </p:spTree>
    <p:extLst>
      <p:ext uri="{BB962C8B-B14F-4D97-AF65-F5344CB8AC3E}">
        <p14:creationId xmlns:p14="http://schemas.microsoft.com/office/powerpoint/2010/main" val="46530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Stewart</dc:creator>
  <cp:lastModifiedBy>John Stewart</cp:lastModifiedBy>
  <cp:revision>11</cp:revision>
  <dcterms:created xsi:type="dcterms:W3CDTF">2026-07-23T01:21:52Z</dcterms:created>
  <dcterms:modified xsi:type="dcterms:W3CDTF">2026-07-23T02:06:52Z</dcterms:modified>
</cp:coreProperties>
</file>