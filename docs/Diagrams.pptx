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8" autoAdjust="0"/>
  </p:normalViewPr>
  <p:slideViewPr>
    <p:cSldViewPr snapToGrid="0">
      <p:cViewPr>
        <p:scale>
          <a:sx n="90" d="100"/>
          <a:sy n="90" d="100"/>
        </p:scale>
        <p:origin x="4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08E4-A407-AB27-19F7-8160022D5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543CA-E2B7-2F31-69E9-BD5CC82C1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D6CDD-C9D8-4599-C621-9842E2BB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1D34F-58A9-8CDC-275A-E8E0B7C7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24C4C-A20B-F5C0-BB4E-20ED9A7D7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0276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1B9E9-DB08-319C-EC43-529E4361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44474-76D9-8D6E-C2C3-DA97A0A15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CEFD4-620D-E2CF-E3C4-28FAECB5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40AC8-39C5-94B8-CBA7-6293282A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BABB-CD02-8601-3872-5F0F6225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1544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A0D3-ACA3-9A7F-5AD1-0834D5AE8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33282-ADFE-FD68-9044-AEAAB926C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856B4-ABF8-6514-DF3C-DEAE4A49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96E5E-53AA-CCD1-5AFB-80F03BD9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32A65-36A7-C889-BD16-7CC4BA9F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0074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A59C-569B-1FAA-21DF-4AA7711F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F77D6-3456-70BB-DF1B-880FF7F2A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17A51-E344-D9DD-F045-898C7CCDB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E9F9B-33E1-DAA5-CD9A-71114324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355DF-587F-8A24-962A-7285E5832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A3B29-8DB4-AEDA-58F8-FAF09C50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390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AF37-8361-63A4-C79F-006383E1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D1D3C-1D27-673A-9166-9DE4A7146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9CFFC-20D9-D384-BC92-190D58BD6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828FF-E9B4-8E24-B141-5B14D10A1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E2900-F10E-7802-CD90-F94AFC34F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B0CB6-1340-B328-9735-004D6C87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CB56E2-465E-3EFB-2ECA-D0529125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0D4F1-D324-A888-EB9B-B279C887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8870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CB0F-A8FB-BD98-8F41-12AED9CD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04CFEA-AD4E-26EF-80A3-D8DAE699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F6D3D-6C20-C437-D35A-7BEC05A7F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4728E-883F-F640-CE21-F0C94EB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9456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5B901-55FC-928A-B54A-9C219095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A3F63E-0759-4408-9E78-D3A4141D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BDBC8-5CD5-3EEE-8B6F-4D80E258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4629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D7BD2-BB86-D2CE-AA77-42ED374C4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690AE-E00D-B681-6658-AA51F4B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BD806-8B73-CE56-46B9-E4126085F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AEF1C-ECA9-EC78-2086-D8F57DC7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BFD48-0A73-3252-093D-FD157390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97F9E-5FF0-EDEF-9E8F-7047D8E3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70839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FCD7-ECE5-978E-E6AE-62869396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86494-2657-2A6E-BE40-11FA3BAD3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5F4AB-006E-052D-F06D-FBB12B99D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F14AE-39D3-BB4E-3E34-F273AF2F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178F3-F269-5159-FC76-3E09C5EA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2E2E2-946B-E44C-FBE3-F60A6C7D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2272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099E-A183-4CA2-B7F2-B4CBBE4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9EA05-F855-824A-C299-EC8AB259E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A98D1-6DFA-F5C8-04A2-E55A792C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43009-83D3-E58E-3721-6CFD65C25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9183E-D927-E6D3-3E50-AE2F6DDB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3065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09A3D-E932-947F-6200-D7C08A246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3BB22-6955-2A5C-CA79-0899F7036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C472D-458F-5194-A7DB-9F1E36A2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AC080-6831-C76D-1E12-527A90E2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D6B09-C5F9-38A1-C098-F5233B94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3022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CCBD7-2D0F-F23E-0237-8BB44F0F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B02B2-D1C1-1A97-3B0B-5C4FB9140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226BB-5394-A426-817A-129EEF740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D535C-5104-4292-ABBD-673F328D7127}" type="datetimeFigureOut">
              <a:rPr lang="en-NZ" smtClean="0"/>
              <a:t>27/05/2026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ED0F-DDA8-DFCE-3E12-841671095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8B3C1-A131-39B0-B2D8-289BF5102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460B3-6B77-4254-B605-27BAFD69CE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4454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4F6BEF-CAF3-485F-BF3A-8B6A4896E19A}"/>
              </a:ext>
            </a:extLst>
          </p:cNvPr>
          <p:cNvSpPr/>
          <p:nvPr/>
        </p:nvSpPr>
        <p:spPr>
          <a:xfrm>
            <a:off x="1255461" y="586098"/>
            <a:ext cx="1659988" cy="673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Users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697D7-05A1-5580-8EAA-0A86B78FB200}"/>
              </a:ext>
            </a:extLst>
          </p:cNvPr>
          <p:cNvSpPr/>
          <p:nvPr/>
        </p:nvSpPr>
        <p:spPr>
          <a:xfrm>
            <a:off x="1095973" y="1734632"/>
            <a:ext cx="1978964" cy="673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FrontendLogin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(Blazor Web App)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D06288-645A-D3AB-03C6-559DFC8B450B}"/>
              </a:ext>
            </a:extLst>
          </p:cNvPr>
          <p:cNvSpPr/>
          <p:nvPr/>
        </p:nvSpPr>
        <p:spPr>
          <a:xfrm>
            <a:off x="1095973" y="2753424"/>
            <a:ext cx="1978964" cy="673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FrontendServer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(Blazor Web App)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A9AE3-E233-5EBF-56CD-CA141465F7AF}"/>
              </a:ext>
            </a:extLst>
          </p:cNvPr>
          <p:cNvSpPr/>
          <p:nvPr/>
        </p:nvSpPr>
        <p:spPr>
          <a:xfrm>
            <a:off x="2393145" y="3906892"/>
            <a:ext cx="1978964" cy="673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Backend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.Net</a:t>
            </a:r>
            <a:r>
              <a:rPr lang="en-US" dirty="0">
                <a:solidFill>
                  <a:schemeClr val="tx1"/>
                </a:solidFill>
              </a:rPr>
              <a:t> REST API)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AFFA3-8227-8127-F1F2-204BD3766E57}"/>
              </a:ext>
            </a:extLst>
          </p:cNvPr>
          <p:cNvSpPr/>
          <p:nvPr/>
        </p:nvSpPr>
        <p:spPr>
          <a:xfrm>
            <a:off x="1297991" y="5055427"/>
            <a:ext cx="1978964" cy="673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Postgres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(Database)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46BC8B-E9AD-F7CD-13B1-628C7F308BAC}"/>
              </a:ext>
            </a:extLst>
          </p:cNvPr>
          <p:cNvSpPr/>
          <p:nvPr/>
        </p:nvSpPr>
        <p:spPr>
          <a:xfrm>
            <a:off x="3609454" y="5055426"/>
            <a:ext cx="1978964" cy="673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Seq Logging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3A3949-DDBB-D729-04B0-93E5522E2DB7}"/>
              </a:ext>
            </a:extLst>
          </p:cNvPr>
          <p:cNvSpPr/>
          <p:nvPr/>
        </p:nvSpPr>
        <p:spPr>
          <a:xfrm>
            <a:off x="3768942" y="586098"/>
            <a:ext cx="1659988" cy="673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Mobile Users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(Future)</a:t>
            </a:r>
            <a:endParaRPr lang="en-NZ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580AD0-0CB5-4703-C2C0-47C36236F6E1}"/>
              </a:ext>
            </a:extLst>
          </p:cNvPr>
          <p:cNvCxnSpPr>
            <a:cxnSpLocks/>
          </p:cNvCxnSpPr>
          <p:nvPr/>
        </p:nvCxnSpPr>
        <p:spPr>
          <a:xfrm>
            <a:off x="2064190" y="1259604"/>
            <a:ext cx="0" cy="475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F8D116-97E2-0161-6582-E120CFB00EF1}"/>
              </a:ext>
            </a:extLst>
          </p:cNvPr>
          <p:cNvCxnSpPr>
            <a:cxnSpLocks/>
          </p:cNvCxnSpPr>
          <p:nvPr/>
        </p:nvCxnSpPr>
        <p:spPr>
          <a:xfrm>
            <a:off x="2085455" y="2408138"/>
            <a:ext cx="0" cy="345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5CFD312-A134-344A-FFDC-CEA37E42A22F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16200000" flipH="1">
            <a:off x="2494060" y="3018325"/>
            <a:ext cx="479962" cy="12971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5B2B839-8AB0-2385-5478-ABE1E4BD0DA7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2597536" y="4270335"/>
            <a:ext cx="475029" cy="109515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B66EA12-6C81-F6C5-FBC0-0DA2C4D78272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3753267" y="4209757"/>
            <a:ext cx="475028" cy="12163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23FBE77-D40D-FEA1-4EDB-0FC0E1BD363E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rot="5400000">
            <a:off x="2667138" y="1975094"/>
            <a:ext cx="2647288" cy="12163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33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Stewart</dc:creator>
  <cp:lastModifiedBy>John Stewart</cp:lastModifiedBy>
  <cp:revision>1</cp:revision>
  <dcterms:created xsi:type="dcterms:W3CDTF">2026-05-27T03:21:56Z</dcterms:created>
  <dcterms:modified xsi:type="dcterms:W3CDTF">2026-05-27T03:36:33Z</dcterms:modified>
</cp:coreProperties>
</file>